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bb12cfa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bb12cfa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bb12cfa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bb12cfa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bb12cfa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bb12cfa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Seminário 1 - Banco de dados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342625" y="2886350"/>
            <a:ext cx="6421200" cy="9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Integrantes do grupo: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Lívia Vieira Carvalho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Matheus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Francesco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Miguel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00">
                <a:solidFill>
                  <a:srgbClr val="000000"/>
                </a:solidFill>
              </a:rPr>
              <a:t>Empresa de construção civil</a:t>
            </a:r>
            <a:endParaRPr sz="2489">
              <a:solidFill>
                <a:srgbClr val="00000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pt-BR" sz="1400">
                <a:solidFill>
                  <a:srgbClr val="000000"/>
                </a:solidFill>
              </a:rPr>
              <a:t>Uma empresa grande de engenharia civil deseja informatizar a gerência de seus projetos de </a:t>
            </a:r>
            <a:r>
              <a:rPr lang="pt-BR" sz="1400">
                <a:solidFill>
                  <a:srgbClr val="000000"/>
                </a:solidFill>
              </a:rPr>
              <a:t>construção</a:t>
            </a:r>
            <a:r>
              <a:rPr lang="pt-BR" sz="1400">
                <a:solidFill>
                  <a:srgbClr val="000000"/>
                </a:solidFill>
              </a:rPr>
              <a:t> de imóveis, resultando nas seguintes informações: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pt-BR" sz="1400">
                <a:solidFill>
                  <a:srgbClr val="000000"/>
                </a:solidFill>
              </a:rPr>
              <a:t>Precisa controlar os projetos de </a:t>
            </a:r>
            <a:r>
              <a:rPr lang="pt-BR" sz="1400">
                <a:solidFill>
                  <a:srgbClr val="000000"/>
                </a:solidFill>
              </a:rPr>
              <a:t>construção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pt-BR" sz="1400">
                <a:solidFill>
                  <a:srgbClr val="000000"/>
                </a:solidFill>
              </a:rPr>
              <a:t>Precisa controlar o tipo do projeto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pt-BR" sz="1400">
                <a:solidFill>
                  <a:srgbClr val="000000"/>
                </a:solidFill>
              </a:rPr>
              <a:t>Precisa controlar o engenheiro responsável por um projeto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pt-BR" sz="1400">
                <a:solidFill>
                  <a:srgbClr val="000000"/>
                </a:solidFill>
              </a:rPr>
              <a:t>Precisa controlar a localização do projeto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0">
                <a:solidFill>
                  <a:srgbClr val="000000"/>
                </a:solidFill>
              </a:rPr>
              <a:t>	Dados levantados: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0">
                <a:solidFill>
                  <a:srgbClr val="000000"/>
                </a:solidFill>
              </a:rPr>
              <a:t>	- Engenheiro, nome do engenheiro.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0">
                <a:solidFill>
                  <a:srgbClr val="000000"/>
                </a:solidFill>
              </a:rPr>
              <a:t>	- Projeto, nome do projeto, categoria.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pt-BR" sz="1400">
                <a:solidFill>
                  <a:srgbClr val="000000"/>
                </a:solidFill>
              </a:rPr>
              <a:t>	- Endereço, CEP, cidade, estado, bairro, complemento, número.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rPr lang="pt-BR" sz="1400">
                <a:solidFill>
                  <a:srgbClr val="000000"/>
                </a:solidFill>
              </a:rPr>
              <a:t>	- Data início, data fim.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406500"/>
            <a:ext cx="8520600" cy="42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rgbClr val="000000"/>
                </a:solidFill>
              </a:rPr>
              <a:t>Regras de negócio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Char char="-"/>
            </a:pPr>
            <a:r>
              <a:rPr lang="pt-BR" sz="2200">
                <a:solidFill>
                  <a:srgbClr val="000000"/>
                </a:solidFill>
              </a:rPr>
              <a:t>1 engenheiro pode ter diversos projetos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-"/>
            </a:pPr>
            <a:r>
              <a:rPr lang="pt-BR" sz="2200">
                <a:solidFill>
                  <a:srgbClr val="000000"/>
                </a:solidFill>
              </a:rPr>
              <a:t>1 projeto pode ser de apenas 1 tipo (casa, prédio, loft)</a:t>
            </a:r>
            <a:endParaRPr sz="2200">
              <a:solidFill>
                <a:srgbClr val="00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-"/>
            </a:pPr>
            <a:r>
              <a:rPr lang="pt-BR" sz="2200">
                <a:solidFill>
                  <a:srgbClr val="000000"/>
                </a:solidFill>
              </a:rPr>
              <a:t>1 Endereço pode ter mais de 1 projeto</a:t>
            </a:r>
            <a:endParaRPr sz="22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121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200">
                <a:solidFill>
                  <a:srgbClr val="000000"/>
                </a:solidFill>
              </a:rPr>
              <a:t>Modelo Entidade Relacionamento (MER) - Lógico</a:t>
            </a:r>
            <a:endParaRPr sz="2489">
              <a:solidFill>
                <a:srgbClr val="000000"/>
              </a:solidFill>
            </a:endParaRPr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7575" y="693925"/>
            <a:ext cx="6328848" cy="41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